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94" r:id="rId7"/>
    <p:sldId id="316" r:id="rId8"/>
    <p:sldId id="261" r:id="rId9"/>
    <p:sldId id="317" r:id="rId10"/>
    <p:sldId id="321" r:id="rId11"/>
    <p:sldId id="322" r:id="rId12"/>
    <p:sldId id="319" r:id="rId13"/>
    <p:sldId id="318" r:id="rId14"/>
    <p:sldId id="320" r:id="rId15"/>
    <p:sldId id="324" r:id="rId16"/>
    <p:sldId id="291" r:id="rId17"/>
    <p:sldId id="29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4D183-3E63-43DB-B2B4-AA0F84A55389}" v="30" dt="2026-01-05T07:48:21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1219" autoAdjust="0"/>
  </p:normalViewPr>
  <p:slideViewPr>
    <p:cSldViewPr>
      <p:cViewPr varScale="1">
        <p:scale>
          <a:sx n="75" d="100"/>
          <a:sy n="75" d="100"/>
        </p:scale>
        <p:origin x="82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 R" userId="ad52724e1f64a786" providerId="LiveId" clId="{4381EEC7-FD20-46DC-AA73-DE3CB97B3104}"/>
    <pc:docChg chg="undo redo custSel addSld delSld modSld sldOrd">
      <pc:chgData name="Karthi R" userId="ad52724e1f64a786" providerId="LiveId" clId="{4381EEC7-FD20-46DC-AA73-DE3CB97B3104}" dt="2026-01-05T08:00:47.819" v="884" actId="20577"/>
      <pc:docMkLst>
        <pc:docMk/>
      </pc:docMkLst>
      <pc:sldChg chg="modSp mod">
        <pc:chgData name="Karthi R" userId="ad52724e1f64a786" providerId="LiveId" clId="{4381EEC7-FD20-46DC-AA73-DE3CB97B3104}" dt="2026-01-05T07:24:51.603" v="674" actId="20577"/>
        <pc:sldMkLst>
          <pc:docMk/>
          <pc:sldMk cId="0" sldId="257"/>
        </pc:sldMkLst>
        <pc:spChg chg="mod">
          <ac:chgData name="Karthi R" userId="ad52724e1f64a786" providerId="LiveId" clId="{4381EEC7-FD20-46DC-AA73-DE3CB97B3104}" dt="2026-01-05T07:24:51.603" v="674" actId="20577"/>
          <ac:spMkLst>
            <pc:docMk/>
            <pc:sldMk cId="0" sldId="257"/>
            <ac:spMk id="97" creationId="{00000000-0000-0000-0000-000000000000}"/>
          </ac:spMkLst>
        </pc:spChg>
      </pc:sldChg>
      <pc:sldChg chg="addSp modSp mod">
        <pc:chgData name="Karthi R" userId="ad52724e1f64a786" providerId="LiveId" clId="{4381EEC7-FD20-46DC-AA73-DE3CB97B3104}" dt="2026-01-05T03:46:13.299" v="307" actId="20577"/>
        <pc:sldMkLst>
          <pc:docMk/>
          <pc:sldMk cId="0" sldId="258"/>
        </pc:sldMkLst>
        <pc:spChg chg="add">
          <ac:chgData name="Karthi R" userId="ad52724e1f64a786" providerId="LiveId" clId="{4381EEC7-FD20-46DC-AA73-DE3CB97B3104}" dt="2026-01-05T03:41:38.754" v="245"/>
          <ac:spMkLst>
            <pc:docMk/>
            <pc:sldMk cId="0" sldId="258"/>
            <ac:spMk id="2" creationId="{6C1715D7-644F-EA32-D88B-9E77228726B1}"/>
          </ac:spMkLst>
        </pc:spChg>
        <pc:spChg chg="add">
          <ac:chgData name="Karthi R" userId="ad52724e1f64a786" providerId="LiveId" clId="{4381EEC7-FD20-46DC-AA73-DE3CB97B3104}" dt="2026-01-05T03:41:42.805" v="247"/>
          <ac:spMkLst>
            <pc:docMk/>
            <pc:sldMk cId="0" sldId="258"/>
            <ac:spMk id="3" creationId="{661972A3-649D-81FD-B377-B3A47A94CBEA}"/>
          </ac:spMkLst>
        </pc:spChg>
        <pc:spChg chg="mod">
          <ac:chgData name="Karthi R" userId="ad52724e1f64a786" providerId="LiveId" clId="{4381EEC7-FD20-46DC-AA73-DE3CB97B3104}" dt="2026-01-05T03:46:13.299" v="307" actId="20577"/>
          <ac:spMkLst>
            <pc:docMk/>
            <pc:sldMk cId="0" sldId="258"/>
            <ac:spMk id="107" creationId="{00000000-0000-0000-0000-000000000000}"/>
          </ac:spMkLst>
        </pc:spChg>
      </pc:sldChg>
      <pc:sldChg chg="modSp">
        <pc:chgData name="Karthi R" userId="ad52724e1f64a786" providerId="LiveId" clId="{4381EEC7-FD20-46DC-AA73-DE3CB97B3104}" dt="2026-01-05T03:37:06.869" v="171"/>
        <pc:sldMkLst>
          <pc:docMk/>
          <pc:sldMk cId="0" sldId="259"/>
        </pc:sldMkLst>
        <pc:spChg chg="mod">
          <ac:chgData name="Karthi R" userId="ad52724e1f64a786" providerId="LiveId" clId="{4381EEC7-FD20-46DC-AA73-DE3CB97B3104}" dt="2026-01-05T03:37:06.869" v="171"/>
          <ac:spMkLst>
            <pc:docMk/>
            <pc:sldMk cId="0" sldId="259"/>
            <ac:spMk id="117" creationId="{00000000-0000-0000-0000-000000000000}"/>
          </ac:spMkLst>
        </pc:spChg>
      </pc:sldChg>
      <pc:sldChg chg="modSp mod">
        <pc:chgData name="Karthi R" userId="ad52724e1f64a786" providerId="LiveId" clId="{4381EEC7-FD20-46DC-AA73-DE3CB97B3104}" dt="2026-01-05T07:50:16.433" v="865" actId="20577"/>
        <pc:sldMkLst>
          <pc:docMk/>
          <pc:sldMk cId="0" sldId="261"/>
        </pc:sldMkLst>
        <pc:spChg chg="mod">
          <ac:chgData name="Karthi R" userId="ad52724e1f64a786" providerId="LiveId" clId="{4381EEC7-FD20-46DC-AA73-DE3CB97B3104}" dt="2026-01-05T07:50:16.433" v="865" actId="20577"/>
          <ac:spMkLst>
            <pc:docMk/>
            <pc:sldMk cId="0" sldId="261"/>
            <ac:spMk id="24" creationId="{8806D1DE-885F-9962-90A6-56EE9A675A51}"/>
          </ac:spMkLst>
        </pc:spChg>
      </pc:sldChg>
      <pc:sldChg chg="delSp del mod">
        <pc:chgData name="Karthi R" userId="ad52724e1f64a786" providerId="LiveId" clId="{4381EEC7-FD20-46DC-AA73-DE3CB97B3104}" dt="2026-01-05T07:50:48.165" v="868" actId="47"/>
        <pc:sldMkLst>
          <pc:docMk/>
          <pc:sldMk cId="0" sldId="262"/>
        </pc:sldMkLst>
        <pc:spChg chg="del">
          <ac:chgData name="Karthi R" userId="ad52724e1f64a786" providerId="LiveId" clId="{4381EEC7-FD20-46DC-AA73-DE3CB97B3104}" dt="2026-01-05T07:50:46.025" v="867" actId="478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Karthi R" userId="ad52724e1f64a786" providerId="LiveId" clId="{4381EEC7-FD20-46DC-AA73-DE3CB97B3104}" dt="2026-01-05T07:28:26.228" v="689" actId="47"/>
        <pc:sldMkLst>
          <pc:docMk/>
          <pc:sldMk cId="0" sldId="266"/>
        </pc:sldMkLst>
      </pc:sldChg>
      <pc:sldChg chg="del">
        <pc:chgData name="Karthi R" userId="ad52724e1f64a786" providerId="LiveId" clId="{4381EEC7-FD20-46DC-AA73-DE3CB97B3104}" dt="2026-01-05T07:27:54.067" v="675" actId="47"/>
        <pc:sldMkLst>
          <pc:docMk/>
          <pc:sldMk cId="0" sldId="290"/>
        </pc:sldMkLst>
      </pc:sldChg>
      <pc:sldChg chg="modSp mod">
        <pc:chgData name="Karthi R" userId="ad52724e1f64a786" providerId="LiveId" clId="{4381EEC7-FD20-46DC-AA73-DE3CB97B3104}" dt="2026-01-05T07:48:21.924" v="855" actId="20577"/>
        <pc:sldMkLst>
          <pc:docMk/>
          <pc:sldMk cId="0" sldId="291"/>
        </pc:sldMkLst>
        <pc:spChg chg="mod">
          <ac:chgData name="Karthi R" userId="ad52724e1f64a786" providerId="LiveId" clId="{4381EEC7-FD20-46DC-AA73-DE3CB97B3104}" dt="2026-01-05T07:48:21.924" v="855" actId="20577"/>
          <ac:spMkLst>
            <pc:docMk/>
            <pc:sldMk cId="0" sldId="291"/>
            <ac:spMk id="309" creationId="{00000000-0000-0000-0000-000000000000}"/>
          </ac:spMkLst>
        </pc:spChg>
      </pc:sldChg>
      <pc:sldChg chg="modSp mod">
        <pc:chgData name="Karthi R" userId="ad52724e1f64a786" providerId="LiveId" clId="{4381EEC7-FD20-46DC-AA73-DE3CB97B3104}" dt="2026-01-05T03:50:59.270" v="380" actId="20577"/>
        <pc:sldMkLst>
          <pc:docMk/>
          <pc:sldMk cId="0" sldId="294"/>
        </pc:sldMkLst>
        <pc:spChg chg="mod">
          <ac:chgData name="Karthi R" userId="ad52724e1f64a786" providerId="LiveId" clId="{4381EEC7-FD20-46DC-AA73-DE3CB97B3104}" dt="2026-01-05T03:50:59.270" v="380" actId="20577"/>
          <ac:spMkLst>
            <pc:docMk/>
            <pc:sldMk cId="0" sldId="294"/>
            <ac:spMk id="127" creationId="{00000000-0000-0000-0000-000000000000}"/>
          </ac:spMkLst>
        </pc:spChg>
      </pc:sldChg>
      <pc:sldChg chg="del">
        <pc:chgData name="Karthi R" userId="ad52724e1f64a786" providerId="LiveId" clId="{4381EEC7-FD20-46DC-AA73-DE3CB97B3104}" dt="2026-01-05T07:28:28.685" v="690" actId="47"/>
        <pc:sldMkLst>
          <pc:docMk/>
          <pc:sldMk cId="0" sldId="295"/>
        </pc:sldMkLst>
      </pc:sldChg>
      <pc:sldChg chg="del">
        <pc:chgData name="Karthi R" userId="ad52724e1f64a786" providerId="LiveId" clId="{4381EEC7-FD20-46DC-AA73-DE3CB97B3104}" dt="2026-01-05T07:27:58.720" v="676" actId="47"/>
        <pc:sldMkLst>
          <pc:docMk/>
          <pc:sldMk cId="0" sldId="298"/>
        </pc:sldMkLst>
      </pc:sldChg>
      <pc:sldChg chg="del">
        <pc:chgData name="Karthi R" userId="ad52724e1f64a786" providerId="LiveId" clId="{4381EEC7-FD20-46DC-AA73-DE3CB97B3104}" dt="2026-01-05T07:28:00.263" v="677" actId="47"/>
        <pc:sldMkLst>
          <pc:docMk/>
          <pc:sldMk cId="0" sldId="299"/>
        </pc:sldMkLst>
      </pc:sldChg>
      <pc:sldChg chg="del ord">
        <pc:chgData name="Karthi R" userId="ad52724e1f64a786" providerId="LiveId" clId="{4381EEC7-FD20-46DC-AA73-DE3CB97B3104}" dt="2026-01-05T07:28:02.119" v="680" actId="47"/>
        <pc:sldMkLst>
          <pc:docMk/>
          <pc:sldMk cId="0" sldId="300"/>
        </pc:sldMkLst>
      </pc:sldChg>
      <pc:sldChg chg="del ord">
        <pc:chgData name="Karthi R" userId="ad52724e1f64a786" providerId="LiveId" clId="{4381EEC7-FD20-46DC-AA73-DE3CB97B3104}" dt="2026-01-05T07:28:05.170" v="683" actId="47"/>
        <pc:sldMkLst>
          <pc:docMk/>
          <pc:sldMk cId="0" sldId="301"/>
        </pc:sldMkLst>
      </pc:sldChg>
      <pc:sldChg chg="del">
        <pc:chgData name="Karthi R" userId="ad52724e1f64a786" providerId="LiveId" clId="{4381EEC7-FD20-46DC-AA73-DE3CB97B3104}" dt="2026-01-05T07:28:07.034" v="684" actId="47"/>
        <pc:sldMkLst>
          <pc:docMk/>
          <pc:sldMk cId="0" sldId="302"/>
        </pc:sldMkLst>
      </pc:sldChg>
      <pc:sldChg chg="del">
        <pc:chgData name="Karthi R" userId="ad52724e1f64a786" providerId="LiveId" clId="{4381EEC7-FD20-46DC-AA73-DE3CB97B3104}" dt="2026-01-05T07:28:11.983" v="685" actId="47"/>
        <pc:sldMkLst>
          <pc:docMk/>
          <pc:sldMk cId="0" sldId="303"/>
        </pc:sldMkLst>
      </pc:sldChg>
      <pc:sldChg chg="del">
        <pc:chgData name="Karthi R" userId="ad52724e1f64a786" providerId="LiveId" clId="{4381EEC7-FD20-46DC-AA73-DE3CB97B3104}" dt="2026-01-05T07:28:13.626" v="686" actId="47"/>
        <pc:sldMkLst>
          <pc:docMk/>
          <pc:sldMk cId="0" sldId="304"/>
        </pc:sldMkLst>
      </pc:sldChg>
      <pc:sldChg chg="add del">
        <pc:chgData name="Karthi R" userId="ad52724e1f64a786" providerId="LiveId" clId="{4381EEC7-FD20-46DC-AA73-DE3CB97B3104}" dt="2026-01-05T07:48:16.705" v="854" actId="47"/>
        <pc:sldMkLst>
          <pc:docMk/>
          <pc:sldMk cId="0" sldId="305"/>
        </pc:sldMkLst>
      </pc:sldChg>
      <pc:sldChg chg="del">
        <pc:chgData name="Karthi R" userId="ad52724e1f64a786" providerId="LiveId" clId="{4381EEC7-FD20-46DC-AA73-DE3CB97B3104}" dt="2026-01-05T07:28:18.802" v="687" actId="47"/>
        <pc:sldMkLst>
          <pc:docMk/>
          <pc:sldMk cId="0" sldId="314"/>
        </pc:sldMkLst>
      </pc:sldChg>
      <pc:sldChg chg="del">
        <pc:chgData name="Karthi R" userId="ad52724e1f64a786" providerId="LiveId" clId="{4381EEC7-FD20-46DC-AA73-DE3CB97B3104}" dt="2026-01-05T07:28:20.573" v="688" actId="47"/>
        <pc:sldMkLst>
          <pc:docMk/>
          <pc:sldMk cId="0" sldId="315"/>
        </pc:sldMkLst>
      </pc:sldChg>
      <pc:sldChg chg="modSp mod">
        <pc:chgData name="Karthi R" userId="ad52724e1f64a786" providerId="LiveId" clId="{4381EEC7-FD20-46DC-AA73-DE3CB97B3104}" dt="2026-01-05T08:00:47.819" v="884" actId="20577"/>
        <pc:sldMkLst>
          <pc:docMk/>
          <pc:sldMk cId="3795411873" sldId="316"/>
        </pc:sldMkLst>
        <pc:spChg chg="mod">
          <ac:chgData name="Karthi R" userId="ad52724e1f64a786" providerId="LiveId" clId="{4381EEC7-FD20-46DC-AA73-DE3CB97B3104}" dt="2026-01-05T08:00:47.819" v="884" actId="20577"/>
          <ac:spMkLst>
            <pc:docMk/>
            <pc:sldMk cId="3795411873" sldId="316"/>
            <ac:spMk id="2" creationId="{00000000-0000-0000-0000-000000000000}"/>
          </ac:spMkLst>
        </pc:spChg>
        <pc:spChg chg="mod">
          <ac:chgData name="Karthi R" userId="ad52724e1f64a786" providerId="LiveId" clId="{4381EEC7-FD20-46DC-AA73-DE3CB97B3104}" dt="2026-01-05T08:00:12.002" v="869" actId="20577"/>
          <ac:spMkLst>
            <pc:docMk/>
            <pc:sldMk cId="3795411873" sldId="316"/>
            <ac:spMk id="24" creationId="{8806D1DE-885F-9962-90A6-56EE9A675A51}"/>
          </ac:spMkLst>
        </pc:spChg>
      </pc:sldChg>
      <pc:sldChg chg="modSp mod">
        <pc:chgData name="Karthi R" userId="ad52724e1f64a786" providerId="LiveId" clId="{4381EEC7-FD20-46DC-AA73-DE3CB97B3104}" dt="2026-01-05T07:50:36.814" v="866" actId="20577"/>
        <pc:sldMkLst>
          <pc:docMk/>
          <pc:sldMk cId="390876566" sldId="317"/>
        </pc:sldMkLst>
        <pc:spChg chg="mod">
          <ac:chgData name="Karthi R" userId="ad52724e1f64a786" providerId="LiveId" clId="{4381EEC7-FD20-46DC-AA73-DE3CB97B3104}" dt="2026-01-05T07:50:36.814" v="866" actId="20577"/>
          <ac:spMkLst>
            <pc:docMk/>
            <pc:sldMk cId="390876566" sldId="317"/>
            <ac:spMk id="24" creationId="{8806D1DE-885F-9962-90A6-56EE9A675A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252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March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83cfaeef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483cfaeef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483cfaeef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" name="Google Shape;31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191000" y="1116106"/>
            <a:ext cx="7543800" cy="124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just"/>
            <a:r>
              <a:rPr lang="en-US" sz="4000" b="1" dirty="0">
                <a:solidFill>
                  <a:srgbClr val="C00000"/>
                </a:solidFill>
              </a:rPr>
              <a:t>TYRE SALES AND INVENTORY      WEBSITE</a:t>
            </a:r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-1193533" y="76200"/>
            <a:ext cx="375385" cy="85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0000"/>
                </a:solidFill>
              </a:rPr>
              <a:t>14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-May-24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447800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4419600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4724400" y="2873809"/>
            <a:ext cx="61341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MEMBERS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KAMALESH M  - 23ITR076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KARTHIK  R  - 23ITR080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	       (19ITR014)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GUIDE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Dr. J.PREMALATHA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Senior Professor/Department of IT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Kongu</a:t>
            </a: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4294967295"/>
          </p:nvPr>
        </p:nvSpPr>
        <p:spPr>
          <a:xfrm>
            <a:off x="2221786" y="1371600"/>
            <a:ext cx="9196227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Company Name : 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dirty="0"/>
              <a:t>SNR TYRES</a:t>
            </a: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Owner :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itchFamily="18" charset="0"/>
              </a:rPr>
              <a:t>N.Sathish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Kumar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Address :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Prabu </a:t>
            </a:r>
            <a:r>
              <a:rPr lang="en-IN" sz="2400" dirty="0" err="1">
                <a:latin typeface="Times New Roman" panose="02020603050405020304" pitchFamily="18" charset="0"/>
                <a:cs typeface="Times New Roman" pitchFamily="18" charset="0"/>
              </a:rPr>
              <a:t>Complex,Salem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 Main </a:t>
            </a:r>
            <a:r>
              <a:rPr lang="en-IN" sz="2400" dirty="0" err="1">
                <a:latin typeface="Times New Roman" panose="02020603050405020304" pitchFamily="18" charset="0"/>
                <a:cs typeface="Times New Roman" pitchFamily="18" charset="0"/>
              </a:rPr>
              <a:t>Road,Iveli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itchFamily="18" charset="0"/>
              </a:rPr>
              <a:t>Village,Madathukulam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,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          SANKARI – 637 301. Salem (Dt).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Contact : 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Phone no: 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+91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90255 55592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itchFamily="18" charset="0"/>
              </a:rPr>
              <a:t>		Email: 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snrsathish6688@gmail.com</a:t>
            </a:r>
          </a:p>
        </p:txBody>
      </p:sp>
      <p:sp>
        <p:nvSpPr>
          <p:cNvPr id="98" name="Google Shape;98;p15"/>
          <p:cNvSpPr/>
          <p:nvPr/>
        </p:nvSpPr>
        <p:spPr>
          <a:xfrm>
            <a:off x="3048000" y="457200"/>
            <a:ext cx="7165976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4000"/>
            </a:pP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COMPANY DETAILS</a:t>
            </a:r>
            <a:b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/>
          <p:nvPr/>
        </p:nvSpPr>
        <p:spPr>
          <a:xfrm rot="-1755015">
            <a:off x="1001992" y="396368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2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body" idx="4294967295"/>
          </p:nvPr>
        </p:nvSpPr>
        <p:spPr>
          <a:xfrm>
            <a:off x="1668170" y="1728561"/>
            <a:ext cx="9304630" cy="4291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 algn="just">
              <a:buNone/>
            </a:pPr>
            <a:r>
              <a:rPr lang="en-US" sz="2800" dirty="0"/>
              <a:t> 	 To develop a secure and responsive </a:t>
            </a:r>
            <a:r>
              <a:rPr lang="en-US" sz="2800" dirty="0" err="1"/>
              <a:t>tyre</a:t>
            </a:r>
            <a:r>
              <a:rPr lang="en-US" sz="2800" dirty="0"/>
              <a:t> sales and inventory management website that allows users to browse </a:t>
            </a:r>
            <a:r>
              <a:rPr lang="en-US" sz="2800" dirty="0" err="1"/>
              <a:t>tyre</a:t>
            </a:r>
            <a:r>
              <a:rPr lang="en-US" sz="2800" dirty="0"/>
              <a:t> products, place orders, make online payments, manage inventory in real time, and access features based on their roles.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495800" y="533400"/>
            <a:ext cx="3581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/>
          <p:nvPr/>
        </p:nvSpPr>
        <p:spPr>
          <a:xfrm rot="-1755015">
            <a:off x="1001991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body" idx="4294967295"/>
          </p:nvPr>
        </p:nvSpPr>
        <p:spPr>
          <a:xfrm>
            <a:off x="1257300" y="1266280"/>
            <a:ext cx="9677400" cy="490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12700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develop a digital platform for customers to browse/purchase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online, relying on manual orders and in-person sales.</a:t>
            </a:r>
          </a:p>
          <a:p>
            <a:pPr marL="12700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Develop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and inventory website to: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sales,order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processing, and inventory tracking.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reach and provide 24/7 accessibility.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online payments and efficient admin control.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514600" y="304800"/>
            <a:ext cx="8610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THE PROJECT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/>
          <p:nvPr/>
        </p:nvSpPr>
        <p:spPr>
          <a:xfrm rot="-1755015">
            <a:off x="1001992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4294967295"/>
          </p:nvPr>
        </p:nvSpPr>
        <p:spPr>
          <a:xfrm>
            <a:off x="1600200" y="1371600"/>
            <a:ext cx="9679004" cy="494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HARDWARE REQUIREMENTS</a:t>
            </a:r>
            <a:endParaRPr lang="en-US" sz="1800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Processor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Intel Pentium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Processor Speed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250MHz to 667MHz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RAM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8GB RAM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Hard Disk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512GB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Keyboard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 104 enhanced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Mouse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Local PS/2	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lang="en-US" sz="1800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Platform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Visual Studio Code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Server-side Script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Cloud-based platform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MongoDB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Framework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React-Native</a:t>
            </a:r>
          </a:p>
          <a:p>
            <a:pPr>
              <a:buNone/>
            </a:pPr>
            <a:endParaRPr lang="en-IN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33600" y="533401"/>
            <a:ext cx="905796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4000"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THE PROJECT</a:t>
            </a:r>
            <a:endParaRPr lang="en-US"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4294967295"/>
          </p:nvPr>
        </p:nvSpPr>
        <p:spPr>
          <a:xfrm>
            <a:off x="1668172" y="1532990"/>
            <a:ext cx="9679004" cy="425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React 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Visual Studio Code, Git, Postman (for API testing)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33600" y="533400"/>
            <a:ext cx="9057968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4000"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endParaRPr lang="en-US"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6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1600200"/>
            <a:ext cx="3505200" cy="39370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7315199" y="1621971"/>
            <a:ext cx="3505200" cy="39370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8" name="Google Shape;138;p19"/>
          <p:cNvSpPr/>
          <p:nvPr/>
        </p:nvSpPr>
        <p:spPr>
          <a:xfrm>
            <a:off x="3363686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MODULES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76400" y="682333"/>
            <a:ext cx="3810000" cy="4698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>
              <a:buNone/>
            </a:pPr>
            <a:endParaRPr lang="en-US" altLang="en-US" sz="2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kumimoji="0" lang="en-US" altLang="en-US" sz="22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2200" b="1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kumimoji="0" lang="en-US" altLang="en-US" sz="22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lvl="1" indent="0" algn="just">
              <a:lnSpc>
                <a:spcPct val="150000"/>
              </a:lnSpc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1.Admin Login </a:t>
            </a:r>
          </a:p>
          <a:p>
            <a:pPr marL="584200" lvl="1" indent="0" algn="just">
              <a:lnSpc>
                <a:spcPct val="150000"/>
              </a:lnSpc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2.Order Management</a:t>
            </a:r>
          </a:p>
          <a:p>
            <a:pPr marL="584200" lvl="1" indent="0" algn="just">
              <a:lnSpc>
                <a:spcPct val="150000"/>
              </a:lnSpc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3.Manage Stock quantity</a:t>
            </a:r>
          </a:p>
          <a:p>
            <a:pPr marL="584200" lvl="1" indent="0" algn="just">
              <a:lnSpc>
                <a:spcPct val="150000"/>
              </a:lnSpc>
              <a:buNone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4.View customer orders</a:t>
            </a:r>
          </a:p>
          <a:p>
            <a:pPr marL="584200" indent="-457200">
              <a:buAutoNum type="arabicPeriod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31313" y="1959428"/>
            <a:ext cx="3389086" cy="2262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0342" y="1625600"/>
            <a:ext cx="76200" cy="4191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1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8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76400" y="1849745"/>
            <a:ext cx="9448800" cy="4072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1. User Authentication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 • Provides secure login and registration for users.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 • Supports role identification for both customers and admins.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2. Product Management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 • Allows admin to add, edit, and delete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 • Includes fields like category, description, price, and stock quantity.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3. Order Management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 • Enables customers to browse products and add items to the cart.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 • Allows order placement and real-time order tracking.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9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371600" y="1826726"/>
            <a:ext cx="10058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secure access for administrators to manage the system using authorized credentials.</a:t>
            </a:r>
          </a:p>
          <a:p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admins to view, process, update, and track customer orders efficiently.</a:t>
            </a:r>
          </a:p>
          <a:p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Stock Quantity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admins add, update, and monitor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levels in real time to avoid shortages.</a:t>
            </a:r>
          </a:p>
          <a:p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Customer Orders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information about customer orders, including order status and payment details.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4D295F-2B5F-F439-606D-1B48B56366F8}"/>
              </a:ext>
            </a:extLst>
          </p:cNvPr>
          <p:cNvSpPr txBox="1"/>
          <p:nvPr/>
        </p:nvSpPr>
        <p:spPr>
          <a:xfrm>
            <a:off x="3886200" y="93317"/>
            <a:ext cx="5242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USECASE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F081F-C196-E571-F733-D183432E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990599"/>
            <a:ext cx="9154803" cy="542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7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54889-9492-76AF-8A0E-E3B9A8F83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295400"/>
            <a:ext cx="8991600" cy="472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CC0400-9FBC-48EC-5C56-CD069FE7C317}"/>
              </a:ext>
            </a:extLst>
          </p:cNvPr>
          <p:cNvSpPr txBox="1"/>
          <p:nvPr/>
        </p:nvSpPr>
        <p:spPr>
          <a:xfrm>
            <a:off x="4800600" y="304800"/>
            <a:ext cx="23374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Database </a:t>
            </a:r>
          </a:p>
        </p:txBody>
      </p:sp>
    </p:spTree>
    <p:extLst>
      <p:ext uri="{BB962C8B-B14F-4D97-AF65-F5344CB8AC3E}">
        <p14:creationId xmlns:p14="http://schemas.microsoft.com/office/powerpoint/2010/main" val="340854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0CA37-CE6E-A7AD-3D9D-ECADA7768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19200"/>
            <a:ext cx="9661247" cy="5368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FA637E-8D9D-7F00-30BA-E1ACF7862A12}"/>
              </a:ext>
            </a:extLst>
          </p:cNvPr>
          <p:cNvSpPr txBox="1"/>
          <p:nvPr/>
        </p:nvSpPr>
        <p:spPr>
          <a:xfrm>
            <a:off x="4495800" y="270066"/>
            <a:ext cx="3360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HOME PAGE</a:t>
            </a:r>
            <a:endParaRPr lang="en-IN" sz="40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249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4E105-B6E2-9FB7-FEAD-C8598606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6" y="1393316"/>
            <a:ext cx="5339484" cy="3559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732BB8-7DB0-3EB3-679B-CDAB05117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752" y="3276600"/>
            <a:ext cx="5677654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7FB18-008F-BBF4-58DF-617086EBF210}"/>
              </a:ext>
            </a:extLst>
          </p:cNvPr>
          <p:cNvSpPr txBox="1"/>
          <p:nvPr/>
        </p:nvSpPr>
        <p:spPr>
          <a:xfrm>
            <a:off x="2819400" y="304800"/>
            <a:ext cx="8332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LOGIN PAGE &amp; REGISTER PAGE</a:t>
            </a:r>
          </a:p>
        </p:txBody>
      </p:sp>
    </p:spTree>
    <p:extLst>
      <p:ext uri="{BB962C8B-B14F-4D97-AF65-F5344CB8AC3E}">
        <p14:creationId xmlns:p14="http://schemas.microsoft.com/office/powerpoint/2010/main" val="33307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916FE0-D02C-EA3B-5DC5-AA7109F5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19200"/>
            <a:ext cx="10363200" cy="518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9F9C4-0A7D-39A5-7578-28372CE2485A}"/>
              </a:ext>
            </a:extLst>
          </p:cNvPr>
          <p:cNvSpPr txBox="1"/>
          <p:nvPr/>
        </p:nvSpPr>
        <p:spPr>
          <a:xfrm>
            <a:off x="4846585" y="228600"/>
            <a:ext cx="3260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SHOP PAGE </a:t>
            </a:r>
          </a:p>
        </p:txBody>
      </p:sp>
    </p:spTree>
    <p:extLst>
      <p:ext uri="{BB962C8B-B14F-4D97-AF65-F5344CB8AC3E}">
        <p14:creationId xmlns:p14="http://schemas.microsoft.com/office/powerpoint/2010/main" val="3331261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E51E7-1219-0FF6-BD5F-46F90F46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66800"/>
            <a:ext cx="9103672" cy="5486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CB21AA-2704-DB2F-CD4D-55D675ECD13B}"/>
              </a:ext>
            </a:extLst>
          </p:cNvPr>
          <p:cNvSpPr txBox="1"/>
          <p:nvPr/>
        </p:nvSpPr>
        <p:spPr>
          <a:xfrm flipH="1">
            <a:off x="4038600" y="152400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INVENTORY</a:t>
            </a:r>
            <a:r>
              <a:rPr lang="en-IN" dirty="0"/>
              <a:t> </a:t>
            </a:r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2721815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4114800" y="0"/>
            <a:ext cx="48849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9"/>
          <p:cNvSpPr txBox="1"/>
          <p:nvPr/>
        </p:nvSpPr>
        <p:spPr>
          <a:xfrm>
            <a:off x="2057400" y="990600"/>
            <a:ext cx="9829800" cy="621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8000" indent="-288000"/>
            <a:r>
              <a:rPr lang="en-US" sz="2800" b="1" dirty="0">
                <a:solidFill>
                  <a:schemeClr val="tx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Online Resources:</a:t>
            </a:r>
          </a:p>
          <a:p>
            <a:pPr marL="288000" lvl="0" indent="-288000"/>
            <a:endParaRPr lang="en-US" sz="2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https://www.jktyre.com/</a:t>
            </a:r>
          </a:p>
          <a:p>
            <a:pPr marL="288000" lvl="0" indent="-288000">
              <a:buFont typeface="+mj-lt"/>
              <a:buAutoNum type="arabicPeriod"/>
            </a:pPr>
            <a:endParaRPr lang="en-US" sz="2800" u="sng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https://react.dev/reference/react</a:t>
            </a:r>
            <a:endParaRPr lang="en-US" sz="2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endParaRPr lang="en-US" sz="2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https://nodejs.org/docs/latest/api/</a:t>
            </a:r>
          </a:p>
          <a:p>
            <a:pPr marL="288000" lvl="0" indent="-288000">
              <a:buFont typeface="+mj-lt"/>
              <a:buAutoNum type="arabicPeriod"/>
            </a:pPr>
            <a:endParaRPr lang="en-US" sz="28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https://www.mongodb.com/docs/</a:t>
            </a:r>
          </a:p>
          <a:p>
            <a:pPr marL="288000" lvl="0" indent="-288000"/>
            <a:endParaRPr lang="en-US" sz="28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/>
            <a:endParaRPr lang="en-US" sz="28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>
            <a:spLocks noGrp="1"/>
          </p:cNvSpPr>
          <p:nvPr>
            <p:ph type="body" idx="4294967295"/>
          </p:nvPr>
        </p:nvSpPr>
        <p:spPr>
          <a:xfrm>
            <a:off x="2362200" y="2646484"/>
            <a:ext cx="7315200" cy="276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sz="5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51"/>
          <p:cNvSpPr/>
          <p:nvPr/>
        </p:nvSpPr>
        <p:spPr>
          <a:xfrm rot="-1755015">
            <a:off x="1001991" y="397290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A7"/>
              </a:buClr>
              <a:buSzPts val="2400"/>
              <a:buFont typeface="Algerian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1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17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667</Words>
  <Application>Microsoft Office PowerPoint</Application>
  <PresentationFormat>Widescreen</PresentationFormat>
  <Paragraphs>126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Noto Sans Symbols</vt:lpstr>
      <vt:lpstr>Times New Roman</vt:lpstr>
      <vt:lpstr>Flow</vt:lpstr>
      <vt:lpstr>TYRE SALES AND INVENTORY     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for New Cape Hotel</dc:title>
  <dc:creator>babu js</dc:creator>
  <cp:lastModifiedBy>Kamalesh Moorthy</cp:lastModifiedBy>
  <cp:revision>86</cp:revision>
  <dcterms:modified xsi:type="dcterms:W3CDTF">2026-03-05T10:45:59Z</dcterms:modified>
</cp:coreProperties>
</file>